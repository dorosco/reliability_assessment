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>
        <p:scale>
          <a:sx n="110" d="100"/>
          <a:sy n="110" d="100"/>
        </p:scale>
        <p:origin x="14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A031D-841E-C2D6-0CB4-86C068A5E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6F2DC-1A80-5E1F-CCDD-74E777394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88897-7955-E7BF-3FFC-3E9B4FB66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790EA-C747-F14D-B95A-D092E53FE95D}" type="datetimeFigureOut">
              <a:rPr lang="es-ES_tradnl" smtClean="0"/>
              <a:t>6/8/25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8500A-1C92-F0AE-4C8A-CAB79D3F4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63B66-91AE-7E12-8BB1-D6955C1E8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956D-9583-D040-AFB9-465F31AE4FD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69326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54C2B-032E-CFA0-6388-40D9EACC1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106EA-5307-39A3-F733-DCFCD2EC1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41110-3C48-90A1-106B-0290268E6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790EA-C747-F14D-B95A-D092E53FE95D}" type="datetimeFigureOut">
              <a:rPr lang="es-ES_tradnl" smtClean="0"/>
              <a:t>6/8/25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C6C30-E692-9DC8-8F8F-6EC8562F5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1314C-FE2F-6074-D993-1EE0B989B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956D-9583-D040-AFB9-465F31AE4FD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50000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CE2D0-153F-CA1A-41A5-72660B783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D75CD-14B1-910A-650A-08DD5107D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90FBF-8855-696D-4422-254F15CBC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790EA-C747-F14D-B95A-D092E53FE95D}" type="datetimeFigureOut">
              <a:rPr lang="es-ES_tradnl" smtClean="0"/>
              <a:t>6/8/25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16E59-ACF5-059A-A3C1-060C78C63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5C494-D5C1-17FD-7FDC-810311608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956D-9583-D040-AFB9-465F31AE4FD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62524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B8F23-4B9E-BA3A-793F-8E45D71E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ACD6C-4974-9A30-50A9-DB59C1AE6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5F0A9-304C-BCDC-3F90-33B01E474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5E571-CAA2-3C39-F858-02207291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790EA-C747-F14D-B95A-D092E53FE95D}" type="datetimeFigureOut">
              <a:rPr lang="es-ES_tradnl" smtClean="0"/>
              <a:t>6/8/25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F2645-DF20-7A2B-C4CE-BCAE7BC27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7BD05A-4658-E7A1-CF4E-7AE4FEF8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956D-9583-D040-AFB9-465F31AE4FD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89805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B4387-B920-50AC-180E-0BE165F9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9836B-C5C7-DD43-5FC2-3E5483EDD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B671C-15E3-5BA5-B2E6-8A09BC319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35B75A-DADF-EA7B-AAA5-58AB4DF5A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F9D999-74A3-17F9-8F6C-EDAD9CDBF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CB1356-058E-2102-415A-16E03CF13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790EA-C747-F14D-B95A-D092E53FE95D}" type="datetimeFigureOut">
              <a:rPr lang="es-ES_tradnl" smtClean="0"/>
              <a:t>6/8/25</a:t>
            </a:fld>
            <a:endParaRPr lang="es-ES_trad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15EA94-C92B-6FA7-AE2B-643C2D132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B488D-925E-C791-13A6-28D0DA00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956D-9583-D040-AFB9-465F31AE4FD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1136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713-C1FE-78E9-279E-88297FB6A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1EA09-81AE-0E65-D698-0E4F2B5CF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790EA-C747-F14D-B95A-D092E53FE95D}" type="datetimeFigureOut">
              <a:rPr lang="es-ES_tradnl" smtClean="0"/>
              <a:t>6/8/25</a:t>
            </a:fld>
            <a:endParaRPr lang="es-ES_trad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56E00-73C0-C780-EFDE-029EEFD9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03EA0-3FE8-3824-7EF7-825BB20DA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956D-9583-D040-AFB9-465F31AE4FD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9982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BE5B10-94ED-7481-F4D3-775AD7FF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790EA-C747-F14D-B95A-D092E53FE95D}" type="datetimeFigureOut">
              <a:rPr lang="es-ES_tradnl" smtClean="0"/>
              <a:t>6/8/25</a:t>
            </a:fld>
            <a:endParaRPr lang="es-ES_trad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5F517D-FAAC-176F-FF4F-F1468254D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CE3BD-5252-FBF7-936D-A4D74E66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956D-9583-D040-AFB9-465F31AE4FD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50729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80F44-104B-214B-77E3-06BDE2E9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1D8BF-F318-7376-8559-A2E597215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60A35-4D3B-BEB7-056B-E44148B8B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E6EC8-DB51-170B-89CF-3D29D5991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790EA-C747-F14D-B95A-D092E53FE95D}" type="datetimeFigureOut">
              <a:rPr lang="es-ES_tradnl" smtClean="0"/>
              <a:t>6/8/25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10B57-184C-BD7E-BD09-E026BA232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5E8EE-61C6-F73D-9BCE-49F64702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956D-9583-D040-AFB9-465F31AE4FD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56410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B629E-C8CF-2AB9-C74B-595232F0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604A95-1ED7-960F-561A-E9942A890C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C89C9-E8FB-9972-76DF-12FD201BD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2DF1C-081A-818C-ED09-80F32B3B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790EA-C747-F14D-B95A-D092E53FE95D}" type="datetimeFigureOut">
              <a:rPr lang="es-ES_tradnl" smtClean="0"/>
              <a:t>6/8/25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E7006-ABC8-F365-AB00-2F6612618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C2CD8-533F-540A-4B2D-C9195E06C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956D-9583-D040-AFB9-465F31AE4FD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39747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3009A-D03E-E736-2954-1E13BE192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63D1C6-46B6-0A5F-C893-A6719B35D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81105-CD26-DB3C-04B6-717FFCA10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790EA-C747-F14D-B95A-D092E53FE95D}" type="datetimeFigureOut">
              <a:rPr lang="es-ES_tradnl" smtClean="0"/>
              <a:t>6/8/25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4F738-7622-F480-5F96-E82B965F0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5C0BE-287C-1C8D-4710-3A6895740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956D-9583-D040-AFB9-465F31AE4FD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17478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B827DD-B513-84BD-1F3A-6A9A9D2F5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56596D-596D-89A7-F723-BA0B2B833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45306-5329-4AF3-F85C-9106EC7F5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790EA-C747-F14D-B95A-D092E53FE95D}" type="datetimeFigureOut">
              <a:rPr lang="es-ES_tradnl" smtClean="0"/>
              <a:t>6/8/25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974F4-C1A7-6B9E-2DBE-1C2F00FAD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9831E-6090-9B91-BA3D-8B78406C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D956D-9583-D040-AFB9-465F31AE4FD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14140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1ECEEE-78A6-3EC9-2E0C-D1D524D4A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6B7D2-1B7D-38B5-0AE6-2030660C9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6ADC0-067C-E228-68ED-5876E6811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790EA-C747-F14D-B95A-D092E53FE95D}" type="datetimeFigureOut">
              <a:rPr lang="es-ES_tradnl" smtClean="0"/>
              <a:t>6/8/25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2C16B-0FF1-BAE9-EF8B-34FACE47C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F8449-462C-5BDD-F6AD-528AED4EA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D956D-9583-D040-AFB9-465F31AE4FD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2468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0B52E2-3F7B-EB7A-FF98-8196BB3DD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90" y="2126629"/>
            <a:ext cx="4620873" cy="375289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D869DE-D195-C966-80DC-3F75C5D26D7B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716033" y="2711291"/>
            <a:ext cx="966024" cy="4577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D9947C8-C1DB-70D5-BE08-6B2F10C2E52E}"/>
              </a:ext>
            </a:extLst>
          </p:cNvPr>
          <p:cNvSpPr txBox="1"/>
          <p:nvPr/>
        </p:nvSpPr>
        <p:spPr>
          <a:xfrm>
            <a:off x="8414195" y="234195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101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FA6810-91F3-B7CA-8965-543B2E48E775}"/>
              </a:ext>
            </a:extLst>
          </p:cNvPr>
          <p:cNvSpPr txBox="1"/>
          <p:nvPr/>
        </p:nvSpPr>
        <p:spPr>
          <a:xfrm>
            <a:off x="7373015" y="316908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102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0DEC4A-4C2D-BF3E-4E85-CB9685F17B93}"/>
              </a:ext>
            </a:extLst>
          </p:cNvPr>
          <p:cNvSpPr txBox="1"/>
          <p:nvPr/>
        </p:nvSpPr>
        <p:spPr>
          <a:xfrm>
            <a:off x="6347102" y="392614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103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F71D3F-0BDA-B729-EF16-52E77CD06782}"/>
              </a:ext>
            </a:extLst>
          </p:cNvPr>
          <p:cNvCxnSpPr>
            <a:cxnSpLocks/>
          </p:cNvCxnSpPr>
          <p:nvPr/>
        </p:nvCxnSpPr>
        <p:spPr>
          <a:xfrm flipH="1">
            <a:off x="6599697" y="3468354"/>
            <a:ext cx="966024" cy="4577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20A26A-AAE8-50B9-0624-2322C1B38CC6}"/>
              </a:ext>
            </a:extLst>
          </p:cNvPr>
          <p:cNvCxnSpPr>
            <a:cxnSpLocks/>
          </p:cNvCxnSpPr>
          <p:nvPr/>
        </p:nvCxnSpPr>
        <p:spPr>
          <a:xfrm flipH="1" flipV="1">
            <a:off x="3065194" y="218078"/>
            <a:ext cx="5295214" cy="86070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49D1785-3A3F-2F3D-B382-60705ADF6148}"/>
              </a:ext>
            </a:extLst>
          </p:cNvPr>
          <p:cNvGrpSpPr/>
          <p:nvPr/>
        </p:nvGrpSpPr>
        <p:grpSpPr>
          <a:xfrm>
            <a:off x="2468242" y="1092389"/>
            <a:ext cx="513568" cy="770352"/>
            <a:chOff x="2480153" y="1127342"/>
            <a:chExt cx="513568" cy="77035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5E7D85A-C1F0-4A8E-09AA-A4EEE8921ABE}"/>
                </a:ext>
              </a:extLst>
            </p:cNvPr>
            <p:cNvSpPr/>
            <p:nvPr/>
          </p:nvSpPr>
          <p:spPr>
            <a:xfrm>
              <a:off x="2480153" y="1127342"/>
              <a:ext cx="513568" cy="51356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BCFD392-6EB4-121F-1848-4A2F37C951CD}"/>
                </a:ext>
              </a:extLst>
            </p:cNvPr>
            <p:cNvSpPr/>
            <p:nvPr/>
          </p:nvSpPr>
          <p:spPr>
            <a:xfrm>
              <a:off x="2480153" y="1384126"/>
              <a:ext cx="513568" cy="51356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92BC032-3D0F-2862-4EB8-0B031C9339F4}"/>
              </a:ext>
            </a:extLst>
          </p:cNvPr>
          <p:cNvCxnSpPr>
            <a:cxnSpLocks/>
          </p:cNvCxnSpPr>
          <p:nvPr/>
        </p:nvCxnSpPr>
        <p:spPr>
          <a:xfrm flipH="1">
            <a:off x="1730440" y="2216007"/>
            <a:ext cx="212055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D0F667-9115-76C8-3EAE-239098DC71D6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2671605" y="1862741"/>
            <a:ext cx="53421" cy="3241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609EE1B-329E-CDAC-5D27-26663FFE51F2}"/>
              </a:ext>
            </a:extLst>
          </p:cNvPr>
          <p:cNvGrpSpPr/>
          <p:nvPr/>
        </p:nvGrpSpPr>
        <p:grpSpPr>
          <a:xfrm>
            <a:off x="8627444" y="855738"/>
            <a:ext cx="513568" cy="770352"/>
            <a:chOff x="2480153" y="1127342"/>
            <a:chExt cx="513568" cy="77035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DDD29BD-14A8-3C41-C9DA-A602AF66A933}"/>
                </a:ext>
              </a:extLst>
            </p:cNvPr>
            <p:cNvSpPr/>
            <p:nvPr/>
          </p:nvSpPr>
          <p:spPr>
            <a:xfrm>
              <a:off x="2480153" y="1127342"/>
              <a:ext cx="513568" cy="51356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D246AC3-9B7D-90CE-4DE1-A6C8C3C0632D}"/>
                </a:ext>
              </a:extLst>
            </p:cNvPr>
            <p:cNvSpPr/>
            <p:nvPr/>
          </p:nvSpPr>
          <p:spPr>
            <a:xfrm>
              <a:off x="2480153" y="1384126"/>
              <a:ext cx="513568" cy="51356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35385F5-E301-6C9B-BCF2-53FBE1F036B9}"/>
              </a:ext>
            </a:extLst>
          </p:cNvPr>
          <p:cNvCxnSpPr>
            <a:cxnSpLocks/>
          </p:cNvCxnSpPr>
          <p:nvPr/>
        </p:nvCxnSpPr>
        <p:spPr>
          <a:xfrm flipH="1">
            <a:off x="7889642" y="1979356"/>
            <a:ext cx="212055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144A37B-66AF-81CF-1772-F211A4E1EDD4}"/>
              </a:ext>
            </a:extLst>
          </p:cNvPr>
          <p:cNvCxnSpPr>
            <a:cxnSpLocks/>
            <a:stCxn id="26" idx="4"/>
          </p:cNvCxnSpPr>
          <p:nvPr/>
        </p:nvCxnSpPr>
        <p:spPr>
          <a:xfrm flipH="1">
            <a:off x="8830807" y="1626090"/>
            <a:ext cx="53421" cy="3241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83FACAC-BCF5-0187-5940-B57AF1D44719}"/>
              </a:ext>
            </a:extLst>
          </p:cNvPr>
          <p:cNvSpPr/>
          <p:nvPr/>
        </p:nvSpPr>
        <p:spPr>
          <a:xfrm>
            <a:off x="313151" y="1898928"/>
            <a:ext cx="10747331" cy="4438393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1B1A56-6641-01EB-2785-45C9F582F189}"/>
              </a:ext>
            </a:extLst>
          </p:cNvPr>
          <p:cNvSpPr txBox="1"/>
          <p:nvPr/>
        </p:nvSpPr>
        <p:spPr>
          <a:xfrm>
            <a:off x="536363" y="1529160"/>
            <a:ext cx="679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SAIDI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F6EBF3-64EE-C3AE-FF74-A8666BE64356}"/>
              </a:ext>
            </a:extLst>
          </p:cNvPr>
          <p:cNvSpPr txBox="1"/>
          <p:nvPr/>
        </p:nvSpPr>
        <p:spPr>
          <a:xfrm>
            <a:off x="3850994" y="1981380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MT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A17B3A-B642-6AE8-4F54-8EDE9348D481}"/>
              </a:ext>
            </a:extLst>
          </p:cNvPr>
          <p:cNvSpPr txBox="1"/>
          <p:nvPr/>
        </p:nvSpPr>
        <p:spPr>
          <a:xfrm>
            <a:off x="7414693" y="1907385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MT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344794-3FB5-3584-05A3-1D655194575E}"/>
              </a:ext>
            </a:extLst>
          </p:cNvPr>
          <p:cNvSpPr txBox="1"/>
          <p:nvPr/>
        </p:nvSpPr>
        <p:spPr>
          <a:xfrm>
            <a:off x="1485662" y="745767"/>
            <a:ext cx="411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AT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0A8B443-AFEB-3443-8C44-D0E21AAE0872}"/>
              </a:ext>
            </a:extLst>
          </p:cNvPr>
          <p:cNvCxnSpPr>
            <a:cxnSpLocks/>
          </p:cNvCxnSpPr>
          <p:nvPr/>
        </p:nvCxnSpPr>
        <p:spPr>
          <a:xfrm flipH="1">
            <a:off x="1908495" y="935438"/>
            <a:ext cx="212055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E218023F-96C2-1C74-494A-ABFE06467B10}"/>
              </a:ext>
            </a:extLst>
          </p:cNvPr>
          <p:cNvSpPr/>
          <p:nvPr/>
        </p:nvSpPr>
        <p:spPr>
          <a:xfrm>
            <a:off x="2542032" y="2562591"/>
            <a:ext cx="182994" cy="2056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A083032-7F37-585C-5476-7D7A6B052F2E}"/>
              </a:ext>
            </a:extLst>
          </p:cNvPr>
          <p:cNvSpPr/>
          <p:nvPr/>
        </p:nvSpPr>
        <p:spPr>
          <a:xfrm>
            <a:off x="2694432" y="2714991"/>
            <a:ext cx="182994" cy="2056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07D2C7D-E4E1-E26B-97C1-A2FEB03A4176}"/>
              </a:ext>
            </a:extLst>
          </p:cNvPr>
          <p:cNvSpPr/>
          <p:nvPr/>
        </p:nvSpPr>
        <p:spPr>
          <a:xfrm>
            <a:off x="3018864" y="2612160"/>
            <a:ext cx="182994" cy="2056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35C211E-D277-8854-8124-09DD059158EE}"/>
              </a:ext>
            </a:extLst>
          </p:cNvPr>
          <p:cNvCxnSpPr>
            <a:cxnSpLocks/>
          </p:cNvCxnSpPr>
          <p:nvPr/>
        </p:nvCxnSpPr>
        <p:spPr>
          <a:xfrm flipH="1" flipV="1">
            <a:off x="3495554" y="2216007"/>
            <a:ext cx="45085" cy="2929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8915F35-9F2C-2DF0-EB76-A465C81990C6}"/>
              </a:ext>
            </a:extLst>
          </p:cNvPr>
          <p:cNvCxnSpPr>
            <a:cxnSpLocks/>
          </p:cNvCxnSpPr>
          <p:nvPr/>
        </p:nvCxnSpPr>
        <p:spPr>
          <a:xfrm flipV="1">
            <a:off x="8153960" y="2010366"/>
            <a:ext cx="0" cy="4986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1E0E4B2-5C31-2F00-5847-BBEFB1DAEB1E}"/>
              </a:ext>
            </a:extLst>
          </p:cNvPr>
          <p:cNvCxnSpPr>
            <a:cxnSpLocks/>
          </p:cNvCxnSpPr>
          <p:nvPr/>
        </p:nvCxnSpPr>
        <p:spPr>
          <a:xfrm flipH="1">
            <a:off x="7908739" y="710861"/>
            <a:ext cx="212055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300545DC-16FA-7D32-1C61-CD22A0998743}"/>
              </a:ext>
            </a:extLst>
          </p:cNvPr>
          <p:cNvSpPr/>
          <p:nvPr/>
        </p:nvSpPr>
        <p:spPr>
          <a:xfrm>
            <a:off x="8374121" y="2707942"/>
            <a:ext cx="182994" cy="2056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73035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44AA5B-40D2-23BE-38FB-F54B7A6FD8BE}"/>
              </a:ext>
            </a:extLst>
          </p:cNvPr>
          <p:cNvSpPr txBox="1"/>
          <p:nvPr/>
        </p:nvSpPr>
        <p:spPr>
          <a:xfrm>
            <a:off x="1678329" y="1446835"/>
            <a:ext cx="26267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/>
              <a:t>git</a:t>
            </a:r>
            <a:endParaRPr lang="es-ES_tradnl" dirty="0"/>
          </a:p>
          <a:p>
            <a:endParaRPr lang="es-ES_tradnl" dirty="0"/>
          </a:p>
          <a:p>
            <a:r>
              <a:rPr lang="es-ES_tradnl" dirty="0" err="1"/>
              <a:t>Versionamiento</a:t>
            </a:r>
            <a:r>
              <a:rPr lang="es-ES_tradnl" dirty="0"/>
              <a:t> de código</a:t>
            </a:r>
          </a:p>
        </p:txBody>
      </p:sp>
    </p:spTree>
    <p:extLst>
      <p:ext uri="{BB962C8B-B14F-4D97-AF65-F5344CB8AC3E}">
        <p14:creationId xmlns:p14="http://schemas.microsoft.com/office/powerpoint/2010/main" val="3194682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11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</cp:revision>
  <dcterms:created xsi:type="dcterms:W3CDTF">2025-08-06T22:28:24Z</dcterms:created>
  <dcterms:modified xsi:type="dcterms:W3CDTF">2025-08-06T23:54:12Z</dcterms:modified>
</cp:coreProperties>
</file>